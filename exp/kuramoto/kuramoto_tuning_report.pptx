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9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1619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6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43000" y="992222"/>
            <a:ext cx="6858000" cy="164025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45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143000" y="2701529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5775" y="193834"/>
            <a:ext cx="7886700" cy="994172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5775" y="1369219"/>
            <a:ext cx="7886700" cy="3263504"/>
          </a:xfrm>
        </p:spPr>
        <p:txBody>
          <a:bodyPr>
            <a:normAutofit/>
          </a:bodyPr>
          <a:lstStyle>
            <a:lvl1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2813338"/>
            <a:ext cx="5491163" cy="608518"/>
          </a:xfrm>
        </p:spPr>
        <p:txBody>
          <a:bodyPr anchor="b">
            <a:normAutofit/>
          </a:bodyPr>
          <a:lstStyle>
            <a:lvl1pPr>
              <a:defRPr sz="3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57521"/>
            <a:ext cx="5491163" cy="48566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5775" y="193834"/>
            <a:ext cx="7886700" cy="994172"/>
          </a:xfrm>
        </p:spPr>
        <p:txBody>
          <a:bodyPr>
            <a:normAutofit/>
          </a:bodyPr>
          <a:lstStyle>
            <a:lvl1pPr>
              <a:defRPr sz="18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85775" y="1369219"/>
            <a:ext cx="3886200" cy="326350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86275" y="1369219"/>
            <a:ext cx="3886200" cy="326350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308721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1961707"/>
            <a:ext cx="3868340" cy="26805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308721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1961707"/>
            <a:ext cx="3887391" cy="26805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2074664"/>
            <a:ext cx="7886700" cy="994172"/>
          </a:xfrm>
        </p:spPr>
        <p:txBody>
          <a:bodyPr>
            <a:normAutofit/>
          </a:bodyPr>
          <a:lstStyle>
            <a:lvl1pPr algn="ctr">
              <a:defRPr sz="36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85060" y="95250"/>
            <a:ext cx="3123900" cy="1200150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3888000" y="574766"/>
            <a:ext cx="4363031" cy="382083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88870" y="1543050"/>
            <a:ext cx="3123900" cy="2858691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368363" y="273844"/>
            <a:ext cx="1146987" cy="4358879"/>
          </a:xfrm>
        </p:spPr>
        <p:txBody>
          <a:bodyPr vert="eaVert">
            <a:normAutofit/>
          </a:bodyPr>
          <a:lstStyle>
            <a:lvl1pPr>
              <a:defRPr sz="27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6659969" cy="4358879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28650" y="413657"/>
            <a:ext cx="7886700" cy="416922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en-US" sz="28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Kuramoto </a:t>
            </a:r>
            <a:r>
              <a:rPr lang="zh-CN" altLang="en-US" sz="28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参数实验报告</a:t>
            </a:r>
            <a:endParaRPr lang="zh-CN" altLang="en-US" sz="28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p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Kuramoto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双群体模型。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本轮调参围绕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K_inter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lag_steps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sample_stride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固定为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评分参考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cluster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相关性、频率错配与近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奇异值数量。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结果文件保存在当前实验目录。</a:t>
            </a:r>
            <a:endParaRPr lang="zh-CN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实验设置与搜索空间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8000" y="1143000"/>
            <a:ext cx="1092200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Kuramoto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双群体模型。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本轮调参围绕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K_inter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lag_steps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sample_stride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固定为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评分参考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cluster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相关性、频率错配与近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奇异值数量。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结果文件保存在当前实验目录。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最优参数与关键结果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8000" y="1143000"/>
            <a:ext cx="10922000" cy="22453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最佳运行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refine_Kinter_0p070_lag_12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K_intra = 5.0, K_inter = 0.07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lag_steps = 12, sample_stride = 10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score = -0.0492335429989539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best_cluster_corr = 0.947009250276598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near_one_count_099 = 21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feature_dim = 60, n_pairs_total = 888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 sz="2400">
                <a:latin typeface="Consolas" panose="020B0609020204030204" charset="0"/>
                <a:cs typeface="Consolas" panose="020B0609020204030204" charset="0"/>
              </a:rPr>
              <a:t>Top </a:t>
            </a:r>
            <a:r>
              <a:rPr lang="zh-CN" altLang="en-US" sz="2400">
                <a:latin typeface="Consolas" panose="020B0609020204030204" charset="0"/>
                <a:cs typeface="Consolas" panose="020B0609020204030204" charset="0"/>
              </a:rPr>
              <a:t>结果摘录</a:t>
            </a:r>
            <a:endParaRPr lang="zh-CN" altLang="en-US" sz="24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1000" y="1016000"/>
            <a:ext cx="11430000" cy="1383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run_name | K_inter | lag_steps | score | best_cluster_corr | near_one_count_099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refine_Kinter_0p070_lag_12 | 0.07 | 12 | -0.04923354299895388 | 0.9470092502765979 | 21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refine_Kinter_0p085_lag_12 | 0.085 | 12 | -0.05579798810820691 | 0.9920940405204162 | 19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refine_Kinter_0p070_lag_15 | 0.07 | 15 | -0.1500751447448193 | 0.8035372360098667 | 19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kur_Kinter_0p08_lag_10 | 0.08 | 10 | -0.23355210241669888 | 0.6281460785235664 | 24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refine_Kinter_0p080_lag_10 | 0.08 | 10 | -0.23355210241669888 | 0.6281460785235664 | 24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kur_Kinter_0p06_lag_5 | 0.06 | 5 | -0.24170823643067685 | 0.7025399371649703 | 25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图示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图片 3" descr="kuramoto_sweep_heatma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010" y="1268095"/>
            <a:ext cx="3914775" cy="2796540"/>
          </a:xfrm>
          <a:prstGeom prst="rect">
            <a:avLst/>
          </a:prstGeom>
        </p:spPr>
      </p:pic>
      <p:pic>
        <p:nvPicPr>
          <p:cNvPr id="5" name="图片 4" descr="kuramoto_top_ru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390" y="1357630"/>
            <a:ext cx="3789680" cy="27070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结论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19075" y="1268095"/>
            <a:ext cx="8696325" cy="18580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当前最优区间集中在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K_inter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0.07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0.085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lag_steps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12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15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最佳解是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K_inter=0.07, lag_steps=12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，说明中等群体间耦合配合中等预测步长最稳。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后续若继续细扫，建议只在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0.065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0.09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lag 10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15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的局部区域继续。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1262</Words>
  <Application>WPS 演示</Application>
  <PresentationFormat>宽屏</PresentationFormat>
  <Paragraphs>42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Arial</vt:lpstr>
      <vt:lpstr>宋体</vt:lpstr>
      <vt:lpstr>Wingdings</vt:lpstr>
      <vt:lpstr>微软雅黑</vt:lpstr>
      <vt:lpstr>Consolas</vt:lpstr>
      <vt:lpstr>Arial Unicode MS</vt:lpstr>
      <vt:lpstr>Arial Black</vt:lpstr>
      <vt:lpstr>黑体</vt:lpstr>
      <vt:lpstr>WPS​​</vt:lpstr>
      <vt:lpstr>Kuramoto 参数实验报告</vt:lpstr>
      <vt:lpstr>实验设置与搜索空间</vt:lpstr>
      <vt:lpstr>最优参数与关键结果</vt:lpstr>
      <vt:lpstr>Top 结果摘录</vt:lpstr>
      <vt:lpstr>图示</vt:lpstr>
      <vt:lpstr>结论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潘琳莉</cp:lastModifiedBy>
  <cp:revision>7</cp:revision>
  <dcterms:created xsi:type="dcterms:W3CDTF">2023-07-11T07:43:00Z</dcterms:created>
  <dcterms:modified xsi:type="dcterms:W3CDTF">2026-03-27T05:48:06Z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901F26F317154E55AD7FE318A99AB8AA_11</vt:lpwstr>
  </property>
</Properties>
</file>