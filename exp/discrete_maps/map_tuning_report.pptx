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1619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247" y="1279525"/>
            <a:ext cx="6141156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992222"/>
            <a:ext cx="6858000" cy="164025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45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9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193834"/>
            <a:ext cx="7886700" cy="994172"/>
          </a:xfrm>
        </p:spPr>
        <p:txBody>
          <a:bodyPr anchor="ctr" anchorCtr="0">
            <a:normAutofit/>
          </a:bodyPr>
          <a:lstStyle>
            <a:lvl1pPr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369219"/>
            <a:ext cx="7886700" cy="3263504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2813338"/>
            <a:ext cx="5491163" cy="608518"/>
          </a:xfrm>
        </p:spPr>
        <p:txBody>
          <a:bodyPr anchor="b">
            <a:normAutofit/>
          </a:bodyPr>
          <a:lstStyle>
            <a:lvl1pPr>
              <a:defRPr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57521"/>
            <a:ext cx="5491163" cy="48566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193834"/>
            <a:ext cx="7886700" cy="994172"/>
          </a:xfrm>
        </p:spPr>
        <p:txBody>
          <a:bodyPr>
            <a:normAutofit/>
          </a:bodyPr>
          <a:lstStyle>
            <a:lvl1pPr>
              <a:defRPr sz="1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86275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72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1707"/>
            <a:ext cx="3868340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72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1707"/>
            <a:ext cx="3887391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074664"/>
            <a:ext cx="7886700" cy="994172"/>
          </a:xfrm>
        </p:spPr>
        <p:txBody>
          <a:bodyPr>
            <a:normAutofit/>
          </a:bodyPr>
          <a:lstStyle>
            <a:lvl1pPr algn="ctr">
              <a:defRPr sz="36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85060" y="95250"/>
            <a:ext cx="3123900" cy="1200150"/>
          </a:xfrm>
        </p:spPr>
        <p:txBody>
          <a:bodyPr anchor="ctr" anchorCtr="0">
            <a:normAutofit/>
          </a:bodyPr>
          <a:lstStyle>
            <a:lvl1pPr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3888000" y="574766"/>
            <a:ext cx="4363031" cy="382083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88870" y="1543050"/>
            <a:ext cx="3123900" cy="285869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273844"/>
            <a:ext cx="1146987" cy="4358879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6659969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657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altLang="en-US" sz="311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Rulkov Map </a:t>
            </a:r>
            <a:r>
              <a:rPr lang="zh-CN" altLang="en-US" sz="311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参数实验报告</a:t>
            </a:r>
            <a:endParaRPr lang="zh-CN" altLang="en-US" sz="311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Rulkov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双群体四状态，固定生成参数。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本轮只调分析层参数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lag_steps, sample_stride, ridge, alpha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目标是用统一分析参数比较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CS / GS / Q / D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四状态。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评分以平均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CE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为主，平均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EC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为辅。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实验设置与搜索空间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8000" y="1143000"/>
            <a:ext cx="10922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Rulkov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双群体四状态，固定生成参数。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本轮只调分析层参数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lag_steps, sample_stride, ridge, alpha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目标是用统一分析参数比较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CS / GS / Q / D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四状态。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评分以平均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CE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为主，平均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EC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为辅。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最优参数与关键结果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8000" y="1143000"/>
            <a:ext cx="10922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最佳运行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map_lag1_stride2_ridge1e-10_alpha0.5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lag_steps = 1, sample_stride = 2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ridge = 1e-10, alpha = 0.5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avg_CE = 2954.71181055989, avg_EC = 7.03440368120793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min_CE = 1989.28013903882, score = 2974.95633213434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四状态摘要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CS: CE=3427.993, EC=6.47, r=1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GS: CE=3418.897, EC=6.603, r=4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Q: CE=2982.677, EC=8.299, r=63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D: CE=1989.28, EC=6.765, r=273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>
                <a:latin typeface="Consolas" panose="020B0609020204030204" charset="0"/>
                <a:cs typeface="Consolas" panose="020B0609020204030204" charset="0"/>
              </a:rPr>
              <a:t>Top </a:t>
            </a:r>
            <a:r>
              <a:rPr lang="zh-CN" altLang="en-US" sz="2400">
                <a:latin typeface="Consolas" panose="020B0609020204030204" charset="0"/>
                <a:cs typeface="Consolas" panose="020B0609020204030204" charset="0"/>
              </a:rPr>
              <a:t>结果摘录</a:t>
            </a:r>
            <a:endParaRPr lang="zh-CN" altLang="en-US" sz="24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1000" y="1016000"/>
            <a:ext cx="11430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run_name | lag_steps | sample_stride | ridge | alpha | avg_CE | avg_EC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map_lag1_stride2_ridge1e-10_alpha0.5 | 1 | 2 | 1e-10 | 0.5 | 2954.7118105598947 | 7.0344036812079285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map_lag1_stride2_ridge1e-08_alpha0.5 | 1 | 2 | 1e-08 | 0.5 | 2954.7118105598947 | 7.0344036812079285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map_lag2_stride2_ridge1e-10_alpha0.5 | 2 | 2 | 1e-10 | 0.5 | 2912.412622032457 | 7.113762779688066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map_lag2_stride2_ridge1e-08_alpha0.5 | 2 | 2 | 1e-08 | 0.5 | 2912.412622032457 | 7.113762779688066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map_lag1_stride1_ridge1e-10_alpha0.5 | 1 | 1 | 1e-10 | 0.5 | 2900.374620713893 | 6.994594391906324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map_lag1_stride1_ridge1e-08_alpha0.5 | 1 | 1 | 1e-08 | 0.5 | 2900.374620713893 | 6.994594391906324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图示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map_sweep_best_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270000"/>
            <a:ext cx="5334000" cy="3810000"/>
          </a:xfrm>
          <a:prstGeom prst="rect">
            <a:avLst/>
          </a:prstGeom>
        </p:spPr>
      </p:pic>
      <p:pic>
        <p:nvPicPr>
          <p:cNvPr id="5" name="图片 4" descr="map_sweep_best_e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270000"/>
            <a:ext cx="5334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8000" y="1143000"/>
            <a:ext cx="1092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最佳分析参数是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lag_steps=1, sample_stride=2, alpha=0.5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ridge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1e-10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1e-8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之间几乎没有差异，说明当前分析对该正则不敏感。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四状态在统一参数下都能得到清晰的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CE / EC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对比，可直接用于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notebook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1466</Words>
  <Application>WPS 演示</Application>
  <PresentationFormat>宽屏</PresentationFormat>
  <Paragraphs>41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Consolas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cp:revision>6</cp:revision>
  <dcterms:created xsi:type="dcterms:W3CDTF">2023-07-11T07:43:00Z</dcterms:created>
  <dcterms:modified xsi:type="dcterms:W3CDTF">2026-03-26T17:18:23Z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DE28F8365FC440B59C48837BAED268EF_11</vt:lpwstr>
  </property>
</Properties>
</file>